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5" r:id="rId6"/>
    <p:sldId id="276" r:id="rId7"/>
    <p:sldId id="277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7" r:id="rId16"/>
    <p:sldId id="288" r:id="rId17"/>
    <p:sldId id="286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5BD5B4-4A43-42C8-9D12-7DF9D0A21759}" v="43" dt="2025-04-14T11:44:22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 snapToObjects="1">
      <p:cViewPr varScale="1">
        <p:scale>
          <a:sx n="75" d="100"/>
          <a:sy n="75" d="100"/>
        </p:scale>
        <p:origin x="90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SHAH" userId="1c8d4fea2989c109" providerId="LiveId" clId="{C55BD5B4-4A43-42C8-9D12-7DF9D0A21759}"/>
    <pc:docChg chg="undo custSel addSld delSld modSld">
      <pc:chgData name="DISHA SHAH" userId="1c8d4fea2989c109" providerId="LiveId" clId="{C55BD5B4-4A43-42C8-9D12-7DF9D0A21759}" dt="2025-04-14T11:46:17.120" v="2867" actId="14100"/>
      <pc:docMkLst>
        <pc:docMk/>
      </pc:docMkLst>
      <pc:sldChg chg="delSp modSp del mod delDesignElem chgLayout">
        <pc:chgData name="DISHA SHAH" userId="1c8d4fea2989c109" providerId="LiveId" clId="{C55BD5B4-4A43-42C8-9D12-7DF9D0A21759}" dt="2025-04-14T09:19:59.223" v="1043" actId="2696"/>
        <pc:sldMkLst>
          <pc:docMk/>
          <pc:sldMk cId="2913824905" sldId="258"/>
        </pc:sldMkLst>
        <pc:spChg chg="mod ord">
          <ac:chgData name="DISHA SHAH" userId="1c8d4fea2989c109" providerId="LiveId" clId="{C55BD5B4-4A43-42C8-9D12-7DF9D0A21759}" dt="2025-04-14T09:19:38.366" v="1041" actId="700"/>
          <ac:spMkLst>
            <pc:docMk/>
            <pc:sldMk cId="2913824905" sldId="258"/>
            <ac:spMk id="2" creationId="{BE99F444-FCBD-B140-9C05-E443FA0805C4}"/>
          </ac:spMkLst>
        </pc:spChg>
        <pc:grpChg chg="del">
          <ac:chgData name="DISHA SHAH" userId="1c8d4fea2989c109" providerId="LiveId" clId="{C55BD5B4-4A43-42C8-9D12-7DF9D0A21759}" dt="2025-04-14T09:19:38.366" v="1041" actId="700"/>
          <ac:grpSpMkLst>
            <pc:docMk/>
            <pc:sldMk cId="2913824905" sldId="258"/>
            <ac:grpSpMk id="179" creationId="{CFEF753B-CA1B-4178-80F5-095B7FEA21C4}"/>
          </ac:grpSpMkLst>
        </pc:grpChg>
        <pc:grpChg chg="del">
          <ac:chgData name="DISHA SHAH" userId="1c8d4fea2989c109" providerId="LiveId" clId="{C55BD5B4-4A43-42C8-9D12-7DF9D0A21759}" dt="2025-04-14T09:19:38.366" v="1041" actId="700"/>
          <ac:grpSpMkLst>
            <pc:docMk/>
            <pc:sldMk cId="2913824905" sldId="258"/>
            <ac:grpSpMk id="261" creationId="{29858C9E-401F-4216-8087-A25D1B58814D}"/>
          </ac:grpSpMkLst>
        </pc:grpChg>
        <pc:graphicFrameChg chg="mod ord">
          <ac:chgData name="DISHA SHAH" userId="1c8d4fea2989c109" providerId="LiveId" clId="{C55BD5B4-4A43-42C8-9D12-7DF9D0A21759}" dt="2025-04-14T09:19:38.366" v="1041" actId="700"/>
          <ac:graphicFrameMkLst>
            <pc:docMk/>
            <pc:sldMk cId="2913824905" sldId="258"/>
            <ac:graphicFrameMk id="5" creationId="{C983627E-F26C-354F-BF0A-ECCD7E968A2B}"/>
          </ac:graphicFrameMkLst>
        </pc:graphicFrameChg>
        <pc:picChg chg="del">
          <ac:chgData name="DISHA SHAH" userId="1c8d4fea2989c109" providerId="LiveId" clId="{C55BD5B4-4A43-42C8-9D12-7DF9D0A21759}" dt="2025-04-14T09:19:50.894" v="1042" actId="21"/>
          <ac:picMkLst>
            <pc:docMk/>
            <pc:sldMk cId="2913824905" sldId="258"/>
            <ac:picMk id="7" creationId="{FE6C54C5-D2F4-48F8-B65E-7506F07BCCF3}"/>
          </ac:picMkLst>
        </pc:picChg>
      </pc:sldChg>
      <pc:sldChg chg="del">
        <pc:chgData name="DISHA SHAH" userId="1c8d4fea2989c109" providerId="LiveId" clId="{C55BD5B4-4A43-42C8-9D12-7DF9D0A21759}" dt="2025-04-14T09:20:16.098" v="1044" actId="2696"/>
        <pc:sldMkLst>
          <pc:docMk/>
          <pc:sldMk cId="1429390259" sldId="260"/>
        </pc:sldMkLst>
      </pc:sldChg>
      <pc:sldChg chg="addSp delSp modSp del mod modClrScheme chgLayout">
        <pc:chgData name="DISHA SHAH" userId="1c8d4fea2989c109" providerId="LiveId" clId="{C55BD5B4-4A43-42C8-9D12-7DF9D0A21759}" dt="2025-04-14T09:20:30.342" v="1046" actId="2696"/>
        <pc:sldMkLst>
          <pc:docMk/>
          <pc:sldMk cId="1974828406" sldId="264"/>
        </pc:sldMkLst>
        <pc:spChg chg="mod ord">
          <ac:chgData name="DISHA SHAH" userId="1c8d4fea2989c109" providerId="LiveId" clId="{C55BD5B4-4A43-42C8-9D12-7DF9D0A21759}" dt="2025-04-14T09:20:23.275" v="1045" actId="700"/>
          <ac:spMkLst>
            <pc:docMk/>
            <pc:sldMk cId="1974828406" sldId="264"/>
            <ac:spMk id="2" creationId="{144E241E-3110-4B1C-B9B0-F17B90FEEC1D}"/>
          </ac:spMkLst>
        </pc:spChg>
        <pc:spChg chg="add del mod">
          <ac:chgData name="DISHA SHAH" userId="1c8d4fea2989c109" providerId="LiveId" clId="{C55BD5B4-4A43-42C8-9D12-7DF9D0A21759}" dt="2025-04-14T09:03:06.161" v="509" actId="6264"/>
          <ac:spMkLst>
            <pc:docMk/>
            <pc:sldMk cId="1974828406" sldId="264"/>
            <ac:spMk id="3" creationId="{70204F68-9409-9550-68BF-3607459BA9CE}"/>
          </ac:spMkLst>
        </pc:spChg>
        <pc:spChg chg="add del mod">
          <ac:chgData name="DISHA SHAH" userId="1c8d4fea2989c109" providerId="LiveId" clId="{C55BD5B4-4A43-42C8-9D12-7DF9D0A21759}" dt="2025-04-14T09:03:06.161" v="509" actId="6264"/>
          <ac:spMkLst>
            <pc:docMk/>
            <pc:sldMk cId="1974828406" sldId="264"/>
            <ac:spMk id="6" creationId="{D9CCE848-54CB-816A-0B46-51DE362A3D6E}"/>
          </ac:spMkLst>
        </pc:spChg>
        <pc:spChg chg="add del mod">
          <ac:chgData name="DISHA SHAH" userId="1c8d4fea2989c109" providerId="LiveId" clId="{C55BD5B4-4A43-42C8-9D12-7DF9D0A21759}" dt="2025-04-14T09:03:06.161" v="509" actId="6264"/>
          <ac:spMkLst>
            <pc:docMk/>
            <pc:sldMk cId="1974828406" sldId="264"/>
            <ac:spMk id="7" creationId="{BEE0154B-3755-230A-3A45-8DE9DDAFDCBF}"/>
          </ac:spMkLst>
        </pc:spChg>
        <pc:spChg chg="add del mod">
          <ac:chgData name="DISHA SHAH" userId="1c8d4fea2989c109" providerId="LiveId" clId="{C55BD5B4-4A43-42C8-9D12-7DF9D0A21759}" dt="2025-04-14T09:03:21.893" v="510" actId="6264"/>
          <ac:spMkLst>
            <pc:docMk/>
            <pc:sldMk cId="1974828406" sldId="264"/>
            <ac:spMk id="8" creationId="{EB409F6B-E306-8034-09CF-D36C5BBB5F58}"/>
          </ac:spMkLst>
        </pc:spChg>
        <pc:spChg chg="add del mod">
          <ac:chgData name="DISHA SHAH" userId="1c8d4fea2989c109" providerId="LiveId" clId="{C55BD5B4-4A43-42C8-9D12-7DF9D0A21759}" dt="2025-04-14T09:03:21.893" v="510" actId="6264"/>
          <ac:spMkLst>
            <pc:docMk/>
            <pc:sldMk cId="1974828406" sldId="264"/>
            <ac:spMk id="9" creationId="{5049A72E-F016-07DC-E91C-CD247337E5C5}"/>
          </ac:spMkLst>
        </pc:spChg>
        <pc:spChg chg="add del mod">
          <ac:chgData name="DISHA SHAH" userId="1c8d4fea2989c109" providerId="LiveId" clId="{C55BD5B4-4A43-42C8-9D12-7DF9D0A21759}" dt="2025-04-14T09:03:21.893" v="510" actId="6264"/>
          <ac:spMkLst>
            <pc:docMk/>
            <pc:sldMk cId="1974828406" sldId="264"/>
            <ac:spMk id="10" creationId="{9A7AFC14-A393-7E2D-DAC4-30E470E2BFED}"/>
          </ac:spMkLst>
        </pc:spChg>
        <pc:graphicFrameChg chg="mod ord">
          <ac:chgData name="DISHA SHAH" userId="1c8d4fea2989c109" providerId="LiveId" clId="{C55BD5B4-4A43-42C8-9D12-7DF9D0A21759}" dt="2025-04-14T09:20:23.275" v="1045" actId="700"/>
          <ac:graphicFrameMkLst>
            <pc:docMk/>
            <pc:sldMk cId="1974828406" sldId="264"/>
            <ac:graphicFrameMk id="5" creationId="{21A182E9-AC38-4344-9247-5AB4B8F03A26}"/>
          </ac:graphicFrameMkLst>
        </pc:graphicFrameChg>
        <pc:picChg chg="mod ord">
          <ac:chgData name="DISHA SHAH" userId="1c8d4fea2989c109" providerId="LiveId" clId="{C55BD5B4-4A43-42C8-9D12-7DF9D0A21759}" dt="2025-04-14T09:20:23.275" v="1045" actId="700"/>
          <ac:picMkLst>
            <pc:docMk/>
            <pc:sldMk cId="1974828406" sldId="264"/>
            <ac:picMk id="4" creationId="{2739CFE1-3E46-48B5-9BDB-769492BA7A53}"/>
          </ac:picMkLst>
        </pc:picChg>
      </pc:sldChg>
      <pc:sldChg chg="modSp mod">
        <pc:chgData name="DISHA SHAH" userId="1c8d4fea2989c109" providerId="LiveId" clId="{C55BD5B4-4A43-42C8-9D12-7DF9D0A21759}" dt="2025-04-14T09:59:19.490" v="2173" actId="20577"/>
        <pc:sldMkLst>
          <pc:docMk/>
          <pc:sldMk cId="2939930866" sldId="274"/>
        </pc:sldMkLst>
        <pc:spChg chg="mod">
          <ac:chgData name="DISHA SHAH" userId="1c8d4fea2989c109" providerId="LiveId" clId="{C55BD5B4-4A43-42C8-9D12-7DF9D0A21759}" dt="2025-04-14T09:58:20.882" v="2156" actId="255"/>
          <ac:spMkLst>
            <pc:docMk/>
            <pc:sldMk cId="2939930866" sldId="274"/>
            <ac:spMk id="2" creationId="{D44BCB7C-A6FC-4118-9027-468ECFDE6455}"/>
          </ac:spMkLst>
        </pc:spChg>
        <pc:spChg chg="mod">
          <ac:chgData name="DISHA SHAH" userId="1c8d4fea2989c109" providerId="LiveId" clId="{C55BD5B4-4A43-42C8-9D12-7DF9D0A21759}" dt="2025-04-14T09:59:19.490" v="2173" actId="20577"/>
          <ac:spMkLst>
            <pc:docMk/>
            <pc:sldMk cId="2939930866" sldId="274"/>
            <ac:spMk id="3" creationId="{4B64FA72-B055-4AE3-A6FD-8071BD687CBE}"/>
          </ac:spMkLst>
        </pc:spChg>
        <pc:picChg chg="mod">
          <ac:chgData name="DISHA SHAH" userId="1c8d4fea2989c109" providerId="LiveId" clId="{C55BD5B4-4A43-42C8-9D12-7DF9D0A21759}" dt="2025-04-14T09:57:52.273" v="2154" actId="1076"/>
          <ac:picMkLst>
            <pc:docMk/>
            <pc:sldMk cId="2939930866" sldId="274"/>
            <ac:picMk id="5" creationId="{20A520D0-11CF-4639-8537-F56A8A2FDCFD}"/>
          </ac:picMkLst>
        </pc:picChg>
      </pc:sldChg>
      <pc:sldChg chg="modSp mod">
        <pc:chgData name="DISHA SHAH" userId="1c8d4fea2989c109" providerId="LiveId" clId="{C55BD5B4-4A43-42C8-9D12-7DF9D0A21759}" dt="2025-04-14T10:03:35.224" v="2272" actId="14100"/>
        <pc:sldMkLst>
          <pc:docMk/>
          <pc:sldMk cId="2452985101" sldId="275"/>
        </pc:sldMkLst>
        <pc:spChg chg="mod">
          <ac:chgData name="DISHA SHAH" userId="1c8d4fea2989c109" providerId="LiveId" clId="{C55BD5B4-4A43-42C8-9D12-7DF9D0A21759}" dt="2025-04-14T10:03:35.224" v="2272" actId="14100"/>
          <ac:spMkLst>
            <pc:docMk/>
            <pc:sldMk cId="2452985101" sldId="275"/>
            <ac:spMk id="2" creationId="{DFB4C0D0-B61A-129F-7D4F-1FEB8BEFEBEF}"/>
          </ac:spMkLst>
        </pc:spChg>
        <pc:spChg chg="mod">
          <ac:chgData name="DISHA SHAH" userId="1c8d4fea2989c109" providerId="LiveId" clId="{C55BD5B4-4A43-42C8-9D12-7DF9D0A21759}" dt="2025-04-14T10:03:24.298" v="2271" actId="14100"/>
          <ac:spMkLst>
            <pc:docMk/>
            <pc:sldMk cId="2452985101" sldId="275"/>
            <ac:spMk id="3" creationId="{2F0B32EE-AF33-EF67-3BF4-D126A341805F}"/>
          </ac:spMkLst>
        </pc:spChg>
      </pc:sldChg>
      <pc:sldChg chg="addSp delSp modSp new mod">
        <pc:chgData name="DISHA SHAH" userId="1c8d4fea2989c109" providerId="LiveId" clId="{C55BD5B4-4A43-42C8-9D12-7DF9D0A21759}" dt="2025-04-14T08:29:37.269" v="127" actId="115"/>
        <pc:sldMkLst>
          <pc:docMk/>
          <pc:sldMk cId="3572674191" sldId="276"/>
        </pc:sldMkLst>
        <pc:spChg chg="mod">
          <ac:chgData name="DISHA SHAH" userId="1c8d4fea2989c109" providerId="LiveId" clId="{C55BD5B4-4A43-42C8-9D12-7DF9D0A21759}" dt="2025-04-14T08:29:37.269" v="127" actId="115"/>
          <ac:spMkLst>
            <pc:docMk/>
            <pc:sldMk cId="3572674191" sldId="276"/>
            <ac:spMk id="2" creationId="{F05F55F6-5DDB-894B-61F7-5B5DDFD0D423}"/>
          </ac:spMkLst>
        </pc:spChg>
        <pc:spChg chg="del">
          <ac:chgData name="DISHA SHAH" userId="1c8d4fea2989c109" providerId="LiveId" clId="{C55BD5B4-4A43-42C8-9D12-7DF9D0A21759}" dt="2025-04-14T08:26:19.576" v="45" actId="931"/>
          <ac:spMkLst>
            <pc:docMk/>
            <pc:sldMk cId="3572674191" sldId="276"/>
            <ac:spMk id="3" creationId="{2062AFD3-A59F-DCCA-C4AD-67AAB95A984F}"/>
          </ac:spMkLst>
        </pc:spChg>
        <pc:picChg chg="add mod">
          <ac:chgData name="DISHA SHAH" userId="1c8d4fea2989c109" providerId="LiveId" clId="{C55BD5B4-4A43-42C8-9D12-7DF9D0A21759}" dt="2025-04-14T08:28:16.897" v="98" actId="14100"/>
          <ac:picMkLst>
            <pc:docMk/>
            <pc:sldMk cId="3572674191" sldId="276"/>
            <ac:picMk id="5" creationId="{EC37A3EE-B6E9-6ACC-C399-55EA1313C36B}"/>
          </ac:picMkLst>
        </pc:picChg>
      </pc:sldChg>
      <pc:sldChg chg="modSp new mod">
        <pc:chgData name="DISHA SHAH" userId="1c8d4fea2989c109" providerId="LiveId" clId="{C55BD5B4-4A43-42C8-9D12-7DF9D0A21759}" dt="2025-04-14T08:36:59.668" v="222" actId="115"/>
        <pc:sldMkLst>
          <pc:docMk/>
          <pc:sldMk cId="995933991" sldId="277"/>
        </pc:sldMkLst>
        <pc:spChg chg="mod">
          <ac:chgData name="DISHA SHAH" userId="1c8d4fea2989c109" providerId="LiveId" clId="{C55BD5B4-4A43-42C8-9D12-7DF9D0A21759}" dt="2025-04-14T08:36:59.668" v="222" actId="115"/>
          <ac:spMkLst>
            <pc:docMk/>
            <pc:sldMk cId="995933991" sldId="277"/>
            <ac:spMk id="2" creationId="{4B95DF84-B97F-F343-DD4B-D12CD349EED2}"/>
          </ac:spMkLst>
        </pc:spChg>
        <pc:spChg chg="mod">
          <ac:chgData name="DISHA SHAH" userId="1c8d4fea2989c109" providerId="LiveId" clId="{C55BD5B4-4A43-42C8-9D12-7DF9D0A21759}" dt="2025-04-14T08:33:17.368" v="176" actId="255"/>
          <ac:spMkLst>
            <pc:docMk/>
            <pc:sldMk cId="995933991" sldId="277"/>
            <ac:spMk id="3" creationId="{F59F4FFD-A826-AAF3-EC3A-EB953A670E52}"/>
          </ac:spMkLst>
        </pc:spChg>
      </pc:sldChg>
      <pc:sldChg chg="modSp new mod">
        <pc:chgData name="DISHA SHAH" userId="1c8d4fea2989c109" providerId="LiveId" clId="{C55BD5B4-4A43-42C8-9D12-7DF9D0A21759}" dt="2025-04-14T08:37:11.430" v="223" actId="115"/>
        <pc:sldMkLst>
          <pc:docMk/>
          <pc:sldMk cId="2222969152" sldId="278"/>
        </pc:sldMkLst>
        <pc:spChg chg="mod">
          <ac:chgData name="DISHA SHAH" userId="1c8d4fea2989c109" providerId="LiveId" clId="{C55BD5B4-4A43-42C8-9D12-7DF9D0A21759}" dt="2025-04-14T08:37:11.430" v="223" actId="115"/>
          <ac:spMkLst>
            <pc:docMk/>
            <pc:sldMk cId="2222969152" sldId="278"/>
            <ac:spMk id="2" creationId="{E1B470E4-7A47-2BB6-43D5-A8B9007C46C3}"/>
          </ac:spMkLst>
        </pc:spChg>
        <pc:spChg chg="mod">
          <ac:chgData name="DISHA SHAH" userId="1c8d4fea2989c109" providerId="LiveId" clId="{C55BD5B4-4A43-42C8-9D12-7DF9D0A21759}" dt="2025-04-14T08:35:16.476" v="183" actId="255"/>
          <ac:spMkLst>
            <pc:docMk/>
            <pc:sldMk cId="2222969152" sldId="278"/>
            <ac:spMk id="3" creationId="{5725ACB3-5C58-F960-F14D-43122BCE00DF}"/>
          </ac:spMkLst>
        </pc:spChg>
      </pc:sldChg>
      <pc:sldChg chg="addSp delSp modSp new mod chgLayout">
        <pc:chgData name="DISHA SHAH" userId="1c8d4fea2989c109" providerId="LiveId" clId="{C55BD5B4-4A43-42C8-9D12-7DF9D0A21759}" dt="2025-04-14T08:38:53.786" v="235" actId="20577"/>
        <pc:sldMkLst>
          <pc:docMk/>
          <pc:sldMk cId="3500631128" sldId="279"/>
        </pc:sldMkLst>
        <pc:spChg chg="mod ord">
          <ac:chgData name="DISHA SHAH" userId="1c8d4fea2989c109" providerId="LiveId" clId="{C55BD5B4-4A43-42C8-9D12-7DF9D0A21759}" dt="2025-04-14T08:37:54.188" v="227" actId="115"/>
          <ac:spMkLst>
            <pc:docMk/>
            <pc:sldMk cId="3500631128" sldId="279"/>
            <ac:spMk id="2" creationId="{6DA6B034-11A6-3776-C750-E31A438F1038}"/>
          </ac:spMkLst>
        </pc:spChg>
        <pc:spChg chg="del">
          <ac:chgData name="DISHA SHAH" userId="1c8d4fea2989c109" providerId="LiveId" clId="{C55BD5B4-4A43-42C8-9D12-7DF9D0A21759}" dt="2025-04-14T08:37:33.989" v="225" actId="6264"/>
          <ac:spMkLst>
            <pc:docMk/>
            <pc:sldMk cId="3500631128" sldId="279"/>
            <ac:spMk id="3" creationId="{EA1BC9B0-87AB-D754-27FE-374CB514CD36}"/>
          </ac:spMkLst>
        </pc:spChg>
        <pc:spChg chg="add del mod">
          <ac:chgData name="DISHA SHAH" userId="1c8d4fea2989c109" providerId="LiveId" clId="{C55BD5B4-4A43-42C8-9D12-7DF9D0A21759}" dt="2025-04-14T08:37:33.989" v="225" actId="6264"/>
          <ac:spMkLst>
            <pc:docMk/>
            <pc:sldMk cId="3500631128" sldId="279"/>
            <ac:spMk id="4" creationId="{9EB730F2-187D-2481-E76B-060170FB6891}"/>
          </ac:spMkLst>
        </pc:spChg>
        <pc:spChg chg="add mod ord">
          <ac:chgData name="DISHA SHAH" userId="1c8d4fea2989c109" providerId="LiveId" clId="{C55BD5B4-4A43-42C8-9D12-7DF9D0A21759}" dt="2025-04-14T08:38:53.786" v="235" actId="20577"/>
          <ac:spMkLst>
            <pc:docMk/>
            <pc:sldMk cId="3500631128" sldId="279"/>
            <ac:spMk id="5" creationId="{CADC34B6-273D-C7A2-54B3-3E751A65423A}"/>
          </ac:spMkLst>
        </pc:spChg>
      </pc:sldChg>
      <pc:sldChg chg="addSp delSp modSp new del mod chgLayout">
        <pc:chgData name="DISHA SHAH" userId="1c8d4fea2989c109" providerId="LiveId" clId="{C55BD5B4-4A43-42C8-9D12-7DF9D0A21759}" dt="2025-04-14T08:56:21.899" v="476" actId="2696"/>
        <pc:sldMkLst>
          <pc:docMk/>
          <pc:sldMk cId="3384027463" sldId="280"/>
        </pc:sldMkLst>
        <pc:spChg chg="del">
          <ac:chgData name="DISHA SHAH" userId="1c8d4fea2989c109" providerId="LiveId" clId="{C55BD5B4-4A43-42C8-9D12-7DF9D0A21759}" dt="2025-04-14T08:39:33.184" v="237" actId="6264"/>
          <ac:spMkLst>
            <pc:docMk/>
            <pc:sldMk cId="3384027463" sldId="280"/>
            <ac:spMk id="2" creationId="{A6372301-2948-317D-4484-2132CFDD5823}"/>
          </ac:spMkLst>
        </pc:spChg>
        <pc:spChg chg="del">
          <ac:chgData name="DISHA SHAH" userId="1c8d4fea2989c109" providerId="LiveId" clId="{C55BD5B4-4A43-42C8-9D12-7DF9D0A21759}" dt="2025-04-14T08:39:33.184" v="237" actId="6264"/>
          <ac:spMkLst>
            <pc:docMk/>
            <pc:sldMk cId="3384027463" sldId="280"/>
            <ac:spMk id="3" creationId="{FA150C4F-7667-A1D2-0008-C0BC478A355E}"/>
          </ac:spMkLst>
        </pc:spChg>
        <pc:spChg chg="add mod ord">
          <ac:chgData name="DISHA SHAH" userId="1c8d4fea2989c109" providerId="LiveId" clId="{C55BD5B4-4A43-42C8-9D12-7DF9D0A21759}" dt="2025-04-14T08:39:33.184" v="237" actId="6264"/>
          <ac:spMkLst>
            <pc:docMk/>
            <pc:sldMk cId="3384027463" sldId="280"/>
            <ac:spMk id="4" creationId="{CD6048BC-3E50-6F26-5500-4AF0633E2076}"/>
          </ac:spMkLst>
        </pc:spChg>
        <pc:spChg chg="add mod ord">
          <ac:chgData name="DISHA SHAH" userId="1c8d4fea2989c109" providerId="LiveId" clId="{C55BD5B4-4A43-42C8-9D12-7DF9D0A21759}" dt="2025-04-14T08:39:33.184" v="237" actId="6264"/>
          <ac:spMkLst>
            <pc:docMk/>
            <pc:sldMk cId="3384027463" sldId="280"/>
            <ac:spMk id="5" creationId="{9C58E7B3-80D4-0417-FED2-1F461FC33E00}"/>
          </ac:spMkLst>
        </pc:spChg>
      </pc:sldChg>
      <pc:sldChg chg="modSp new mod">
        <pc:chgData name="DISHA SHAH" userId="1c8d4fea2989c109" providerId="LiveId" clId="{C55BD5B4-4A43-42C8-9D12-7DF9D0A21759}" dt="2025-04-14T08:55:35.554" v="475" actId="115"/>
        <pc:sldMkLst>
          <pc:docMk/>
          <pc:sldMk cId="1483769911" sldId="281"/>
        </pc:sldMkLst>
        <pc:spChg chg="mod">
          <ac:chgData name="DISHA SHAH" userId="1c8d4fea2989c109" providerId="LiveId" clId="{C55BD5B4-4A43-42C8-9D12-7DF9D0A21759}" dt="2025-04-14T08:55:35.554" v="475" actId="115"/>
          <ac:spMkLst>
            <pc:docMk/>
            <pc:sldMk cId="1483769911" sldId="281"/>
            <ac:spMk id="2" creationId="{4338E157-A487-61A0-99BF-A78BF7613D5C}"/>
          </ac:spMkLst>
        </pc:spChg>
        <pc:spChg chg="mod">
          <ac:chgData name="DISHA SHAH" userId="1c8d4fea2989c109" providerId="LiveId" clId="{C55BD5B4-4A43-42C8-9D12-7DF9D0A21759}" dt="2025-04-14T08:55:22.719" v="474" actId="14100"/>
          <ac:spMkLst>
            <pc:docMk/>
            <pc:sldMk cId="1483769911" sldId="281"/>
            <ac:spMk id="3" creationId="{F9474B50-2EF3-0331-9F6E-74655ACC2CC1}"/>
          </ac:spMkLst>
        </pc:spChg>
        <pc:spChg chg="mod">
          <ac:chgData name="DISHA SHAH" userId="1c8d4fea2989c109" providerId="LiveId" clId="{C55BD5B4-4A43-42C8-9D12-7DF9D0A21759}" dt="2025-04-14T08:48:28.162" v="425" actId="255"/>
          <ac:spMkLst>
            <pc:docMk/>
            <pc:sldMk cId="1483769911" sldId="281"/>
            <ac:spMk id="4" creationId="{63AFE1E0-2E2F-9095-4965-A4DE2FAD9374}"/>
          </ac:spMkLst>
        </pc:spChg>
        <pc:spChg chg="mod">
          <ac:chgData name="DISHA SHAH" userId="1c8d4fea2989c109" providerId="LiveId" clId="{C55BD5B4-4A43-42C8-9D12-7DF9D0A21759}" dt="2025-04-14T08:54:54.868" v="471" actId="14100"/>
          <ac:spMkLst>
            <pc:docMk/>
            <pc:sldMk cId="1483769911" sldId="281"/>
            <ac:spMk id="5" creationId="{273A0E38-1E6A-0313-6187-A4161ECEC139}"/>
          </ac:spMkLst>
        </pc:spChg>
        <pc:spChg chg="mod">
          <ac:chgData name="DISHA SHAH" userId="1c8d4fea2989c109" providerId="LiveId" clId="{C55BD5B4-4A43-42C8-9D12-7DF9D0A21759}" dt="2025-04-14T08:54:14.253" v="469" actId="27636"/>
          <ac:spMkLst>
            <pc:docMk/>
            <pc:sldMk cId="1483769911" sldId="281"/>
            <ac:spMk id="6" creationId="{73B0C34E-2EF8-8B0D-2E3C-12407D535D12}"/>
          </ac:spMkLst>
        </pc:spChg>
      </pc:sldChg>
      <pc:sldChg chg="addSp delSp modSp new mod modClrScheme chgLayout">
        <pc:chgData name="DISHA SHAH" userId="1c8d4fea2989c109" providerId="LiveId" clId="{C55BD5B4-4A43-42C8-9D12-7DF9D0A21759}" dt="2025-04-14T09:18:37.821" v="1040" actId="255"/>
        <pc:sldMkLst>
          <pc:docMk/>
          <pc:sldMk cId="1494450808" sldId="282"/>
        </pc:sldMkLst>
        <pc:spChg chg="del mod ord">
          <ac:chgData name="DISHA SHAH" userId="1c8d4fea2989c109" providerId="LiveId" clId="{C55BD5B4-4A43-42C8-9D12-7DF9D0A21759}" dt="2025-04-14T09:15:19.314" v="861" actId="700"/>
          <ac:spMkLst>
            <pc:docMk/>
            <pc:sldMk cId="1494450808" sldId="282"/>
            <ac:spMk id="2" creationId="{F34DE022-B1B0-BC42-32F6-0B80D3F8066B}"/>
          </ac:spMkLst>
        </pc:spChg>
        <pc:spChg chg="del">
          <ac:chgData name="DISHA SHAH" userId="1c8d4fea2989c109" providerId="LiveId" clId="{C55BD5B4-4A43-42C8-9D12-7DF9D0A21759}" dt="2025-04-14T09:15:19.314" v="861" actId="700"/>
          <ac:spMkLst>
            <pc:docMk/>
            <pc:sldMk cId="1494450808" sldId="282"/>
            <ac:spMk id="3" creationId="{F11E0985-D955-16AD-32A7-D0B4F1344430}"/>
          </ac:spMkLst>
        </pc:spChg>
        <pc:spChg chg="del mod ord">
          <ac:chgData name="DISHA SHAH" userId="1c8d4fea2989c109" providerId="LiveId" clId="{C55BD5B4-4A43-42C8-9D12-7DF9D0A21759}" dt="2025-04-14T09:15:19.314" v="861" actId="700"/>
          <ac:spMkLst>
            <pc:docMk/>
            <pc:sldMk cId="1494450808" sldId="282"/>
            <ac:spMk id="4" creationId="{6254E85F-2F7E-A507-CBB9-5E21724C1EA0}"/>
          </ac:spMkLst>
        </pc:spChg>
        <pc:spChg chg="del">
          <ac:chgData name="DISHA SHAH" userId="1c8d4fea2989c109" providerId="LiveId" clId="{C55BD5B4-4A43-42C8-9D12-7DF9D0A21759}" dt="2025-04-14T09:15:19.314" v="861" actId="700"/>
          <ac:spMkLst>
            <pc:docMk/>
            <pc:sldMk cId="1494450808" sldId="282"/>
            <ac:spMk id="5" creationId="{F81D40F4-FF02-5CD9-6610-586768FFAA45}"/>
          </ac:spMkLst>
        </pc:spChg>
        <pc:spChg chg="del">
          <ac:chgData name="DISHA SHAH" userId="1c8d4fea2989c109" providerId="LiveId" clId="{C55BD5B4-4A43-42C8-9D12-7DF9D0A21759}" dt="2025-04-14T09:15:19.314" v="861" actId="700"/>
          <ac:spMkLst>
            <pc:docMk/>
            <pc:sldMk cId="1494450808" sldId="282"/>
            <ac:spMk id="6" creationId="{8A999231-64A0-E61A-B126-59639440F0C7}"/>
          </ac:spMkLst>
        </pc:spChg>
        <pc:spChg chg="add mod ord">
          <ac:chgData name="DISHA SHAH" userId="1c8d4fea2989c109" providerId="LiveId" clId="{C55BD5B4-4A43-42C8-9D12-7DF9D0A21759}" dt="2025-04-14T09:15:54.719" v="864" actId="115"/>
          <ac:spMkLst>
            <pc:docMk/>
            <pc:sldMk cId="1494450808" sldId="282"/>
            <ac:spMk id="7" creationId="{1DF97670-563B-517C-3C13-2F1379B2CED8}"/>
          </ac:spMkLst>
        </pc:spChg>
        <pc:spChg chg="add mod ord">
          <ac:chgData name="DISHA SHAH" userId="1c8d4fea2989c109" providerId="LiveId" clId="{C55BD5B4-4A43-42C8-9D12-7DF9D0A21759}" dt="2025-04-14T09:18:37.821" v="1040" actId="255"/>
          <ac:spMkLst>
            <pc:docMk/>
            <pc:sldMk cId="1494450808" sldId="282"/>
            <ac:spMk id="8" creationId="{F6C4A665-0846-CD15-7727-2DB7048C1CF3}"/>
          </ac:spMkLst>
        </pc:spChg>
      </pc:sldChg>
      <pc:sldChg chg="addSp delSp modSp new mod">
        <pc:chgData name="DISHA SHAH" userId="1c8d4fea2989c109" providerId="LiveId" clId="{C55BD5B4-4A43-42C8-9D12-7DF9D0A21759}" dt="2025-04-14T09:27:04.227" v="1106" actId="20577"/>
        <pc:sldMkLst>
          <pc:docMk/>
          <pc:sldMk cId="2908262372" sldId="283"/>
        </pc:sldMkLst>
        <pc:spChg chg="mod">
          <ac:chgData name="DISHA SHAH" userId="1c8d4fea2989c109" providerId="LiveId" clId="{C55BD5B4-4A43-42C8-9D12-7DF9D0A21759}" dt="2025-04-14T09:27:04.227" v="1106" actId="20577"/>
          <ac:spMkLst>
            <pc:docMk/>
            <pc:sldMk cId="2908262372" sldId="283"/>
            <ac:spMk id="2" creationId="{4BCD2F98-7C09-4CE5-3104-F2448F24724D}"/>
          </ac:spMkLst>
        </pc:spChg>
        <pc:spChg chg="del">
          <ac:chgData name="DISHA SHAH" userId="1c8d4fea2989c109" providerId="LiveId" clId="{C55BD5B4-4A43-42C8-9D12-7DF9D0A21759}" dt="2025-04-14T09:25:48.488" v="1090" actId="931"/>
          <ac:spMkLst>
            <pc:docMk/>
            <pc:sldMk cId="2908262372" sldId="283"/>
            <ac:spMk id="3" creationId="{7C590F44-8E10-C893-878A-4C43ED1E6CD8}"/>
          </ac:spMkLst>
        </pc:spChg>
        <pc:picChg chg="add mod">
          <ac:chgData name="DISHA SHAH" userId="1c8d4fea2989c109" providerId="LiveId" clId="{C55BD5B4-4A43-42C8-9D12-7DF9D0A21759}" dt="2025-04-14T09:26:09.711" v="1093" actId="14100"/>
          <ac:picMkLst>
            <pc:docMk/>
            <pc:sldMk cId="2908262372" sldId="283"/>
            <ac:picMk id="5" creationId="{5B2DF364-3680-0ADC-210F-DF18ECF733F5}"/>
          </ac:picMkLst>
        </pc:picChg>
      </pc:sldChg>
      <pc:sldChg chg="addSp delSp modSp new mod">
        <pc:chgData name="DISHA SHAH" userId="1c8d4fea2989c109" providerId="LiveId" clId="{C55BD5B4-4A43-42C8-9D12-7DF9D0A21759}" dt="2025-04-14T09:29:51.930" v="1124" actId="14100"/>
        <pc:sldMkLst>
          <pc:docMk/>
          <pc:sldMk cId="794965287" sldId="284"/>
        </pc:sldMkLst>
        <pc:spChg chg="mod">
          <ac:chgData name="DISHA SHAH" userId="1c8d4fea2989c109" providerId="LiveId" clId="{C55BD5B4-4A43-42C8-9D12-7DF9D0A21759}" dt="2025-04-14T09:27:48.432" v="1120" actId="255"/>
          <ac:spMkLst>
            <pc:docMk/>
            <pc:sldMk cId="794965287" sldId="284"/>
            <ac:spMk id="2" creationId="{BB031211-8BC0-D2E2-4AE7-444C8324455F}"/>
          </ac:spMkLst>
        </pc:spChg>
        <pc:spChg chg="del">
          <ac:chgData name="DISHA SHAH" userId="1c8d4fea2989c109" providerId="LiveId" clId="{C55BD5B4-4A43-42C8-9D12-7DF9D0A21759}" dt="2025-04-14T09:29:24.115" v="1121" actId="931"/>
          <ac:spMkLst>
            <pc:docMk/>
            <pc:sldMk cId="794965287" sldId="284"/>
            <ac:spMk id="3" creationId="{D7567EEA-2C04-0A0B-293B-B0984FF51147}"/>
          </ac:spMkLst>
        </pc:spChg>
        <pc:picChg chg="add mod">
          <ac:chgData name="DISHA SHAH" userId="1c8d4fea2989c109" providerId="LiveId" clId="{C55BD5B4-4A43-42C8-9D12-7DF9D0A21759}" dt="2025-04-14T09:29:51.930" v="1124" actId="14100"/>
          <ac:picMkLst>
            <pc:docMk/>
            <pc:sldMk cId="794965287" sldId="284"/>
            <ac:picMk id="5" creationId="{8B0A6423-4BEA-FE5A-B8AC-0B5D4CE52435}"/>
          </ac:picMkLst>
        </pc:picChg>
      </pc:sldChg>
      <pc:sldChg chg="modSp new mod">
        <pc:chgData name="DISHA SHAH" userId="1c8d4fea2989c109" providerId="LiveId" clId="{C55BD5B4-4A43-42C8-9D12-7DF9D0A21759}" dt="2025-04-14T09:42:25.610" v="1629" actId="255"/>
        <pc:sldMkLst>
          <pc:docMk/>
          <pc:sldMk cId="718283249" sldId="285"/>
        </pc:sldMkLst>
        <pc:spChg chg="mod">
          <ac:chgData name="DISHA SHAH" userId="1c8d4fea2989c109" providerId="LiveId" clId="{C55BD5B4-4A43-42C8-9D12-7DF9D0A21759}" dt="2025-04-14T09:32:55.997" v="1244" actId="115"/>
          <ac:spMkLst>
            <pc:docMk/>
            <pc:sldMk cId="718283249" sldId="285"/>
            <ac:spMk id="2" creationId="{EEFC3504-5286-16A1-B4DB-AA5299B7DC58}"/>
          </ac:spMkLst>
        </pc:spChg>
        <pc:spChg chg="mod">
          <ac:chgData name="DISHA SHAH" userId="1c8d4fea2989c109" providerId="LiveId" clId="{C55BD5B4-4A43-42C8-9D12-7DF9D0A21759}" dt="2025-04-14T09:42:25.610" v="1629" actId="255"/>
          <ac:spMkLst>
            <pc:docMk/>
            <pc:sldMk cId="718283249" sldId="285"/>
            <ac:spMk id="3" creationId="{306E525B-AF63-9D39-1282-792B4291897B}"/>
          </ac:spMkLst>
        </pc:spChg>
      </pc:sldChg>
      <pc:sldChg chg="addSp delSp modSp new mod">
        <pc:chgData name="DISHA SHAH" userId="1c8d4fea2989c109" providerId="LiveId" clId="{C55BD5B4-4A43-42C8-9D12-7DF9D0A21759}" dt="2025-04-14T11:46:17.120" v="2867" actId="14100"/>
        <pc:sldMkLst>
          <pc:docMk/>
          <pc:sldMk cId="3842135543" sldId="286"/>
        </pc:sldMkLst>
        <pc:spChg chg="del">
          <ac:chgData name="DISHA SHAH" userId="1c8d4fea2989c109" providerId="LiveId" clId="{C55BD5B4-4A43-42C8-9D12-7DF9D0A21759}" dt="2025-04-14T09:43:18.572" v="1631" actId="478"/>
          <ac:spMkLst>
            <pc:docMk/>
            <pc:sldMk cId="3842135543" sldId="286"/>
            <ac:spMk id="2" creationId="{A4AF83CD-57C2-8A94-7AF4-E714FB90A78E}"/>
          </ac:spMkLst>
        </pc:spChg>
        <pc:spChg chg="mod">
          <ac:chgData name="DISHA SHAH" userId="1c8d4fea2989c109" providerId="LiveId" clId="{C55BD5B4-4A43-42C8-9D12-7DF9D0A21759}" dt="2025-04-14T11:46:17.120" v="2867" actId="14100"/>
          <ac:spMkLst>
            <pc:docMk/>
            <pc:sldMk cId="3842135543" sldId="286"/>
            <ac:spMk id="3" creationId="{C7F24482-D5C0-F513-518C-E42AB43C29BA}"/>
          </ac:spMkLst>
        </pc:spChg>
        <pc:spChg chg="add del mod">
          <ac:chgData name="DISHA SHAH" userId="1c8d4fea2989c109" providerId="LiveId" clId="{C55BD5B4-4A43-42C8-9D12-7DF9D0A21759}" dt="2025-04-14T09:43:25.737" v="1633" actId="21"/>
          <ac:spMkLst>
            <pc:docMk/>
            <pc:sldMk cId="3842135543" sldId="286"/>
            <ac:spMk id="4" creationId="{3AD572E3-B77D-3C47-5FCB-2830243AC695}"/>
          </ac:spMkLst>
        </pc:spChg>
        <pc:spChg chg="add del mod">
          <ac:chgData name="DISHA SHAH" userId="1c8d4fea2989c109" providerId="LiveId" clId="{C55BD5B4-4A43-42C8-9D12-7DF9D0A21759}" dt="2025-04-14T09:46:28.322" v="1756" actId="21"/>
          <ac:spMkLst>
            <pc:docMk/>
            <pc:sldMk cId="3842135543" sldId="286"/>
            <ac:spMk id="5" creationId="{50D5DB69-0376-9EDB-C5DA-BE7355F13718}"/>
          </ac:spMkLst>
        </pc:spChg>
        <pc:spChg chg="add">
          <ac:chgData name="DISHA SHAH" userId="1c8d4fea2989c109" providerId="LiveId" clId="{C55BD5B4-4A43-42C8-9D12-7DF9D0A21759}" dt="2025-04-14T09:45:44.637" v="1751"/>
          <ac:spMkLst>
            <pc:docMk/>
            <pc:sldMk cId="3842135543" sldId="286"/>
            <ac:spMk id="6" creationId="{98833759-9D0F-82AB-BE5B-7C07418255CC}"/>
          </ac:spMkLst>
        </pc:spChg>
        <pc:spChg chg="add del mod">
          <ac:chgData name="DISHA SHAH" userId="1c8d4fea2989c109" providerId="LiveId" clId="{C55BD5B4-4A43-42C8-9D12-7DF9D0A21759}" dt="2025-04-14T09:46:07.874" v="1753" actId="478"/>
          <ac:spMkLst>
            <pc:docMk/>
            <pc:sldMk cId="3842135543" sldId="286"/>
            <ac:spMk id="7" creationId="{94B1D736-6038-3B06-9690-48DD5776B1FA}"/>
          </ac:spMkLst>
        </pc:spChg>
        <pc:spChg chg="add mod">
          <ac:chgData name="DISHA SHAH" userId="1c8d4fea2989c109" providerId="LiveId" clId="{C55BD5B4-4A43-42C8-9D12-7DF9D0A21759}" dt="2025-04-14T09:45:49.168" v="1752"/>
          <ac:spMkLst>
            <pc:docMk/>
            <pc:sldMk cId="3842135543" sldId="286"/>
            <ac:spMk id="8" creationId="{6C9EA233-EA38-7132-3895-7084CD3BEF0E}"/>
          </ac:spMkLst>
        </pc:spChg>
      </pc:sldChg>
      <pc:sldChg chg="addSp delSp modSp new mod">
        <pc:chgData name="DISHA SHAH" userId="1c8d4fea2989c109" providerId="LiveId" clId="{C55BD5B4-4A43-42C8-9D12-7DF9D0A21759}" dt="2025-04-14T11:33:19.067" v="2559" actId="20577"/>
        <pc:sldMkLst>
          <pc:docMk/>
          <pc:sldMk cId="841801894" sldId="287"/>
        </pc:sldMkLst>
        <pc:spChg chg="mod">
          <ac:chgData name="DISHA SHAH" userId="1c8d4fea2989c109" providerId="LiveId" clId="{C55BD5B4-4A43-42C8-9D12-7DF9D0A21759}" dt="2025-04-14T11:33:19.067" v="2559" actId="20577"/>
          <ac:spMkLst>
            <pc:docMk/>
            <pc:sldMk cId="841801894" sldId="287"/>
            <ac:spMk id="2" creationId="{681087CC-213C-E88C-74F6-EC7370B4FD2D}"/>
          </ac:spMkLst>
        </pc:spChg>
        <pc:spChg chg="del">
          <ac:chgData name="DISHA SHAH" userId="1c8d4fea2989c109" providerId="LiveId" clId="{C55BD5B4-4A43-42C8-9D12-7DF9D0A21759}" dt="2025-04-14T11:32:05.255" v="2545" actId="931"/>
          <ac:spMkLst>
            <pc:docMk/>
            <pc:sldMk cId="841801894" sldId="287"/>
            <ac:spMk id="3" creationId="{E177C62D-6635-1D6A-08A0-919DF26055C9}"/>
          </ac:spMkLst>
        </pc:spChg>
        <pc:picChg chg="add mod">
          <ac:chgData name="DISHA SHAH" userId="1c8d4fea2989c109" providerId="LiveId" clId="{C55BD5B4-4A43-42C8-9D12-7DF9D0A21759}" dt="2025-04-14T11:32:46.136" v="2553" actId="14100"/>
          <ac:picMkLst>
            <pc:docMk/>
            <pc:sldMk cId="841801894" sldId="287"/>
            <ac:picMk id="5" creationId="{09277E0F-5F41-28A5-0224-7B0C6EF8420E}"/>
          </ac:picMkLst>
        </pc:picChg>
      </pc:sldChg>
      <pc:sldChg chg="addSp delSp modSp new mod">
        <pc:chgData name="DISHA SHAH" userId="1c8d4fea2989c109" providerId="LiveId" clId="{C55BD5B4-4A43-42C8-9D12-7DF9D0A21759}" dt="2025-04-14T11:34:27.424" v="2587" actId="14100"/>
        <pc:sldMkLst>
          <pc:docMk/>
          <pc:sldMk cId="543367407" sldId="288"/>
        </pc:sldMkLst>
        <pc:spChg chg="mod">
          <ac:chgData name="DISHA SHAH" userId="1c8d4fea2989c109" providerId="LiveId" clId="{C55BD5B4-4A43-42C8-9D12-7DF9D0A21759}" dt="2025-04-14T11:33:56.834" v="2583" actId="255"/>
          <ac:spMkLst>
            <pc:docMk/>
            <pc:sldMk cId="543367407" sldId="288"/>
            <ac:spMk id="2" creationId="{B8EB1F79-2012-C0F0-CF82-016974D0EE5C}"/>
          </ac:spMkLst>
        </pc:spChg>
        <pc:spChg chg="del">
          <ac:chgData name="DISHA SHAH" userId="1c8d4fea2989c109" providerId="LiveId" clId="{C55BD5B4-4A43-42C8-9D12-7DF9D0A21759}" dt="2025-04-14T11:34:10.762" v="2584" actId="931"/>
          <ac:spMkLst>
            <pc:docMk/>
            <pc:sldMk cId="543367407" sldId="288"/>
            <ac:spMk id="3" creationId="{7F3BC4A8-8A03-ACBA-D78E-A221665462B1}"/>
          </ac:spMkLst>
        </pc:spChg>
        <pc:picChg chg="add mod">
          <ac:chgData name="DISHA SHAH" userId="1c8d4fea2989c109" providerId="LiveId" clId="{C55BD5B4-4A43-42C8-9D12-7DF9D0A21759}" dt="2025-04-14T11:34:27.424" v="2587" actId="14100"/>
          <ac:picMkLst>
            <pc:docMk/>
            <pc:sldMk cId="543367407" sldId="288"/>
            <ac:picMk id="5" creationId="{71D66B81-1FDF-4826-4DC4-C16B2EEB3EC8}"/>
          </ac:picMkLst>
        </pc:picChg>
      </pc:sldChg>
      <pc:sldChg chg="new del">
        <pc:chgData name="DISHA SHAH" userId="1c8d4fea2989c109" providerId="LiveId" clId="{C55BD5B4-4A43-42C8-9D12-7DF9D0A21759}" dt="2025-04-14T11:42:15.128" v="2844" actId="2696"/>
        <pc:sldMkLst>
          <pc:docMk/>
          <pc:sldMk cId="2991282656" sldId="28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" TargetMode="External"/><Relationship Id="rId2" Type="http://schemas.openxmlformats.org/officeDocument/2006/relationships/hyperlink" Target="https://github.com/DISHAGIT-HUB/python-mini-project-numpy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ssets.datacamp.com/blog_assets/Numpy_Python_Cheat_Sheet.pd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140542"/>
            <a:ext cx="7197726" cy="3835739"/>
          </a:xfrm>
        </p:spPr>
        <p:txBody>
          <a:bodyPr>
            <a:normAutofit/>
          </a:bodyPr>
          <a:lstStyle/>
          <a:p>
            <a:r>
              <a:rPr lang="en-US" sz="8000" b="1" u="sng" dirty="0" err="1"/>
              <a:t>Numpy</a:t>
            </a:r>
            <a:r>
              <a:rPr lang="en-US" b="1" dirty="0"/>
              <a:t>                   </a:t>
            </a:r>
            <a:r>
              <a:rPr lang="en-US" sz="5400" b="1" dirty="0"/>
              <a:t>advanced</a:t>
            </a:r>
            <a:r>
              <a:rPr lang="en-US" b="1" dirty="0"/>
              <a:t> </a:t>
            </a:r>
            <a:r>
              <a:rPr lang="en-US" sz="5400" b="1" dirty="0"/>
              <a:t>library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By,</a:t>
            </a:r>
          </a:p>
          <a:p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Disha s. shah</a:t>
            </a: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4C0D0-B61A-129F-7D4F-1FEB8BEF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975359"/>
          </a:xfrm>
        </p:spPr>
        <p:txBody>
          <a:bodyPr/>
          <a:lstStyle/>
          <a:p>
            <a:r>
              <a:rPr lang="en-IN" dirty="0"/>
              <a:t>                                           </a:t>
            </a:r>
            <a:r>
              <a:rPr lang="en-IN" sz="5400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B32EE-AF33-EF67-3BF4-D126A3418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00481"/>
            <a:ext cx="10131425" cy="5354320"/>
          </a:xfrm>
        </p:spPr>
        <p:txBody>
          <a:bodyPr>
            <a:normAutofit/>
          </a:bodyPr>
          <a:lstStyle/>
          <a:p>
            <a:r>
              <a:rPr lang="en-IN" sz="2000" dirty="0"/>
              <a:t>Advanced libraries in python:-</a:t>
            </a:r>
          </a:p>
          <a:p>
            <a:r>
              <a:rPr lang="en-IN" sz="2000" dirty="0"/>
              <a:t>What is NumPy library in python?</a:t>
            </a:r>
          </a:p>
          <a:p>
            <a:r>
              <a:rPr lang="en-IN" sz="2000" dirty="0"/>
              <a:t>Why NumPy library is used?</a:t>
            </a:r>
          </a:p>
          <a:p>
            <a:r>
              <a:rPr lang="en-IN" sz="2000" dirty="0"/>
              <a:t>Features of NumPy library:-</a:t>
            </a:r>
          </a:p>
          <a:p>
            <a:r>
              <a:rPr lang="en-IN" sz="2000" dirty="0"/>
              <a:t>Advantages &amp; Disadvantages of NumPy library:-</a:t>
            </a:r>
          </a:p>
          <a:p>
            <a:r>
              <a:rPr lang="en-IN" sz="2000" dirty="0"/>
              <a:t>Use cases in real world of NumPy:-</a:t>
            </a:r>
          </a:p>
          <a:p>
            <a:r>
              <a:rPr lang="en-IN" sz="2000" dirty="0"/>
              <a:t>Examples of NumPy library:-</a:t>
            </a:r>
          </a:p>
          <a:p>
            <a:r>
              <a:rPr lang="en-IN" sz="2000" dirty="0"/>
              <a:t>Mini project overview:-</a:t>
            </a:r>
          </a:p>
          <a:p>
            <a:r>
              <a:rPr lang="en-IN" sz="2000" dirty="0"/>
              <a:t>Project code snippets and output:-</a:t>
            </a:r>
          </a:p>
          <a:p>
            <a:r>
              <a:rPr lang="en-IN" sz="2000" dirty="0"/>
              <a:t>GitHub mini project link and resources:-</a:t>
            </a:r>
          </a:p>
          <a:p>
            <a:r>
              <a:rPr lang="en-IN" sz="2000" dirty="0"/>
              <a:t>Conclusion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2985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55F6-5DDB-894B-61F7-5B5DDFD0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24231"/>
          </a:xfrm>
        </p:spPr>
        <p:txBody>
          <a:bodyPr>
            <a:normAutofit/>
          </a:bodyPr>
          <a:lstStyle/>
          <a:p>
            <a:r>
              <a:rPr lang="en-IN" sz="4800" dirty="0"/>
              <a:t>         </a:t>
            </a:r>
            <a:r>
              <a:rPr lang="en-IN" sz="4800" u="sng" dirty="0"/>
              <a:t>ADVANCED LIBRARIES IN PYTHON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37A3EE-B6E9-6ACC-C399-55EA1313C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5278" y="2065867"/>
            <a:ext cx="7944464" cy="4384093"/>
          </a:xfrm>
        </p:spPr>
      </p:pic>
    </p:spTree>
    <p:extLst>
      <p:ext uri="{BB962C8B-B14F-4D97-AF65-F5344CB8AC3E}">
        <p14:creationId xmlns:p14="http://schemas.microsoft.com/office/powerpoint/2010/main" val="3572674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DF84-B97F-F343-DD4B-D12CD349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WHAT IS </a:t>
            </a:r>
            <a:r>
              <a:rPr lang="en-IN" sz="4800" u="sng" dirty="0" err="1"/>
              <a:t>Numpy</a:t>
            </a:r>
            <a:r>
              <a:rPr lang="en-IN" sz="4800" u="sng" dirty="0"/>
              <a:t> library in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F4FFD-A826-AAF3-EC3A-EB953A670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-apple-system"/>
              </a:rPr>
              <a:t>NumPy (Numerical Python) is the essential package for numerical computation in Python.</a:t>
            </a:r>
          </a:p>
          <a:p>
            <a:r>
              <a:rPr lang="en-US" sz="2400" b="0" i="0" dirty="0">
                <a:effectLst/>
                <a:latin typeface="-apple-system"/>
              </a:rPr>
              <a:t> NumPy gives you fast, precompiled functions for numerical routines.</a:t>
            </a:r>
          </a:p>
          <a:p>
            <a:r>
              <a:rPr lang="en-US" sz="2400" b="0" i="0" dirty="0">
                <a:effectLst/>
                <a:latin typeface="-apple-system"/>
              </a:rPr>
              <a:t> It has an array-processing package that gives arrays and tools for working with them.</a:t>
            </a:r>
          </a:p>
          <a:p>
            <a:r>
              <a:rPr lang="en-US" sz="2400" b="0" i="0" dirty="0">
                <a:effectLst/>
                <a:latin typeface="-apple-system"/>
              </a:rPr>
              <a:t> NumPy is extensively used in data analysis.</a:t>
            </a:r>
          </a:p>
          <a:p>
            <a:r>
              <a:rPr lang="en-US" sz="2400" b="0" i="0" dirty="0">
                <a:effectLst/>
                <a:latin typeface="-apple-system"/>
              </a:rPr>
              <a:t> NumPy is a good start for your first library to explore after getting the basic fundamentals in the Python environment</a:t>
            </a:r>
            <a:r>
              <a:rPr lang="en-US" sz="2400" b="0" i="0" dirty="0">
                <a:solidFill>
                  <a:srgbClr val="1A1F24"/>
                </a:solidFill>
                <a:effectLst/>
                <a:latin typeface="-apple-system"/>
              </a:rPr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9593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70E4-7A47-2BB6-43D5-A8B9007C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10131425" cy="1456267"/>
          </a:xfrm>
        </p:spPr>
        <p:txBody>
          <a:bodyPr>
            <a:noAutofit/>
          </a:bodyPr>
          <a:lstStyle/>
          <a:p>
            <a:r>
              <a:rPr lang="en-IN" sz="4800" u="sng" dirty="0"/>
              <a:t>Why NumPy library is used?</a:t>
            </a:r>
            <a:br>
              <a:rPr lang="en-IN" sz="4800" u="sng" dirty="0"/>
            </a:br>
            <a:endParaRPr lang="en-IN" sz="4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5ACB3-5C58-F960-F14D-43122BCE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2250"/>
              </a:spcAft>
              <a:buNone/>
            </a:pPr>
            <a:r>
              <a:rPr lang="en-US" sz="2800" b="0" i="0" dirty="0">
                <a:effectLst/>
                <a:latin typeface="-apple-system"/>
              </a:rPr>
              <a:t>NumPy is used for</a:t>
            </a:r>
          </a:p>
          <a:p>
            <a:pPr algn="l">
              <a:spcAft>
                <a:spcPts val="22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-apple-system"/>
              </a:rPr>
              <a:t>Open-source library for working efficiently with arrays</a:t>
            </a:r>
          </a:p>
          <a:p>
            <a:pPr algn="l">
              <a:spcAft>
                <a:spcPts val="22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-apple-system"/>
              </a:rPr>
              <a:t>Makes complex mathematical implementations simpler</a:t>
            </a:r>
          </a:p>
          <a:p>
            <a:pPr algn="l">
              <a:spcAft>
                <a:spcPts val="22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-apple-system"/>
              </a:rPr>
              <a:t>Used together with other libraries like Matplotlib, NumPy can be viewed as an alternative to MATLAB’s core functions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96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B034-11A6-3776-C750-E31A438F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IN" sz="4800" u="sng" dirty="0"/>
              <a:t>Features of NumPy library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DC34B6-273D-C7A2-54B3-3E751A654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22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-apple-system"/>
              </a:rPr>
              <a:t>Interactive and easy to use</a:t>
            </a:r>
          </a:p>
          <a:p>
            <a:pPr algn="l">
              <a:spcAft>
                <a:spcPts val="22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-apple-system"/>
              </a:rPr>
              <a:t>Speed for mathematical calculations</a:t>
            </a:r>
          </a:p>
          <a:p>
            <a:pPr algn="l">
              <a:spcAft>
                <a:spcPts val="22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-apple-system"/>
              </a:rPr>
              <a:t>Significantly improves the ease </a:t>
            </a:r>
            <a:endParaRPr lang="en-US" sz="2800" dirty="0">
              <a:latin typeface="-apple-system"/>
            </a:endParaRPr>
          </a:p>
          <a:p>
            <a:pPr algn="l">
              <a:spcAft>
                <a:spcPts val="22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-apple-system"/>
              </a:rPr>
              <a:t>performance of working with multidimensional arrays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63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E157-A487-61A0-99BF-A78BF761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                                </a:t>
            </a:r>
            <a:r>
              <a:rPr lang="en-IN" sz="6000" u="sng" dirty="0" err="1"/>
              <a:t>numpy</a:t>
            </a:r>
            <a:endParaRPr lang="en-IN" sz="6000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74B50-2EF3-0331-9F6E-74655ACC2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3670" y="1917291"/>
            <a:ext cx="4709054" cy="724840"/>
          </a:xfrm>
        </p:spPr>
        <p:txBody>
          <a:bodyPr/>
          <a:lstStyle/>
          <a:p>
            <a:r>
              <a:rPr lang="en-IN" dirty="0"/>
              <a:t>              </a:t>
            </a:r>
            <a:r>
              <a:rPr lang="en-IN" sz="3600" dirty="0"/>
              <a:t>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FE1E0-2E2F-9095-4965-A4DE2FAD93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IN" sz="2400" b="1" i="0" dirty="0">
                <a:effectLst/>
                <a:latin typeface="Nunito Sans" panose="020F0502020204030204" pitchFamily="2" charset="0"/>
              </a:rPr>
              <a:t>Efficient Array Operations</a:t>
            </a:r>
          </a:p>
          <a:p>
            <a:r>
              <a:rPr lang="en-IN" sz="2400" b="1" i="0" dirty="0">
                <a:effectLst/>
                <a:latin typeface="Nunito Sans" panose="020F0502020204030204" pitchFamily="2" charset="0"/>
              </a:rPr>
              <a:t>Multi-Dimensional Arrays</a:t>
            </a:r>
          </a:p>
          <a:p>
            <a:r>
              <a:rPr lang="en-IN" sz="2400" b="1" i="0" dirty="0">
                <a:effectLst/>
                <a:latin typeface="Nunito Sans" panose="020F0502020204030204" pitchFamily="2" charset="0"/>
              </a:rPr>
              <a:t>Mathematical Functions</a:t>
            </a:r>
          </a:p>
          <a:p>
            <a:r>
              <a:rPr lang="en-IN" sz="2400" b="1" i="0" dirty="0">
                <a:effectLst/>
                <a:latin typeface="Nunito Sans" panose="020F0502020204030204" pitchFamily="2" charset="0"/>
              </a:rPr>
              <a:t>Interoperability</a:t>
            </a:r>
          </a:p>
          <a:p>
            <a:r>
              <a:rPr lang="en-IN" sz="2400" b="1" i="0" dirty="0">
                <a:effectLst/>
                <a:latin typeface="Nunito Sans" panose="020F0502020204030204" pitchFamily="2" charset="0"/>
              </a:rPr>
              <a:t>Community Support</a:t>
            </a:r>
          </a:p>
          <a:p>
            <a:r>
              <a:rPr lang="en-IN" sz="2400" b="1" dirty="0">
                <a:latin typeface="Nunito Sans" pitchFamily="2" charset="0"/>
              </a:rPr>
              <a:t>Cross platform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A0E38-1E6A-0313-6187-A4161ECEC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3" y="2065867"/>
            <a:ext cx="4722813" cy="576263"/>
          </a:xfrm>
        </p:spPr>
        <p:txBody>
          <a:bodyPr/>
          <a:lstStyle/>
          <a:p>
            <a:r>
              <a:rPr lang="en-IN" dirty="0"/>
              <a:t>             </a:t>
            </a:r>
            <a:r>
              <a:rPr lang="en-IN" sz="3600" dirty="0"/>
              <a:t>DISADVANTAGES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0C34E-2EF8-8B0D-2E3C-12407D535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23483" y="2963862"/>
            <a:ext cx="4995334" cy="3200963"/>
          </a:xfrm>
        </p:spPr>
        <p:txBody>
          <a:bodyPr>
            <a:normAutofit fontScale="92500" lnSpcReduction="10000"/>
          </a:bodyPr>
          <a:lstStyle/>
          <a:p>
            <a:r>
              <a:rPr lang="en-IN" sz="2800" b="1" i="0" dirty="0">
                <a:effectLst/>
                <a:latin typeface="Nunito Sans" pitchFamily="2" charset="0"/>
              </a:rPr>
              <a:t>Learning Curve</a:t>
            </a:r>
          </a:p>
          <a:p>
            <a:r>
              <a:rPr lang="en-IN" sz="2800" b="1" i="0" dirty="0">
                <a:effectLst/>
                <a:latin typeface="Nunito Sans" pitchFamily="2" charset="0"/>
              </a:rPr>
              <a:t>Memory Consumption</a:t>
            </a:r>
          </a:p>
          <a:p>
            <a:r>
              <a:rPr lang="en-IN" sz="2800" b="1" dirty="0">
                <a:latin typeface="Nunito Sans" pitchFamily="2" charset="0"/>
              </a:rPr>
              <a:t>Limi</a:t>
            </a:r>
            <a:r>
              <a:rPr lang="en-IN" sz="2800" b="1" i="0" dirty="0">
                <a:effectLst/>
                <a:latin typeface="Nunito Sans" pitchFamily="2" charset="0"/>
              </a:rPr>
              <a:t>ted Data Types</a:t>
            </a:r>
          </a:p>
          <a:p>
            <a:r>
              <a:rPr lang="en-IN" sz="2800" b="1" i="0" dirty="0">
                <a:effectLst/>
                <a:latin typeface="Nunito Sans" pitchFamily="2" charset="0"/>
              </a:rPr>
              <a:t>Compatibility Issues</a:t>
            </a:r>
            <a:endParaRPr lang="en-IN" sz="2800" b="1" dirty="0">
              <a:latin typeface="Nunito Sans" pitchFamily="2" charset="0"/>
            </a:endParaRPr>
          </a:p>
          <a:p>
            <a:r>
              <a:rPr lang="en-US" sz="2800" b="1" i="0" dirty="0">
                <a:effectLst/>
                <a:latin typeface="Nunito Sans" pitchFamily="2" charset="0"/>
              </a:rPr>
              <a:t>Not Suitable for All Tasks</a:t>
            </a:r>
          </a:p>
          <a:p>
            <a:r>
              <a:rPr lang="en-IN" sz="2800" b="1" i="0" dirty="0">
                <a:effectLst/>
                <a:latin typeface="Nunito Sans" pitchFamily="2" charset="0"/>
              </a:rPr>
              <a:t>Performance Trade-offs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769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F97670-563B-517C-3C13-2F1379B2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Use cases in real world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C4A665-0846-CD15-7727-2DB7048C1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Data analysis and processing</a:t>
            </a:r>
          </a:p>
          <a:p>
            <a:r>
              <a:rPr lang="en-IN" sz="2800" dirty="0"/>
              <a:t>ML &amp; AI</a:t>
            </a:r>
          </a:p>
          <a:p>
            <a:r>
              <a:rPr lang="en-IN" sz="2800" dirty="0"/>
              <a:t>Image processing</a:t>
            </a:r>
          </a:p>
          <a:p>
            <a:r>
              <a:rPr lang="en-IN" sz="2800" dirty="0"/>
              <a:t>Scientific computing </a:t>
            </a:r>
          </a:p>
          <a:p>
            <a:r>
              <a:rPr lang="en-IN" sz="2800" dirty="0"/>
              <a:t>Game development </a:t>
            </a:r>
          </a:p>
          <a:p>
            <a:r>
              <a:rPr lang="en-IN" sz="2800" dirty="0"/>
              <a:t>Financial modelling</a:t>
            </a:r>
          </a:p>
          <a:p>
            <a:r>
              <a:rPr lang="en-IN" sz="2800" dirty="0"/>
              <a:t>Robotics &amp; IoT</a:t>
            </a:r>
          </a:p>
        </p:txBody>
      </p:sp>
    </p:spTree>
    <p:extLst>
      <p:ext uri="{BB962C8B-B14F-4D97-AF65-F5344CB8AC3E}">
        <p14:creationId xmlns:p14="http://schemas.microsoft.com/office/powerpoint/2010/main" val="149445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2F98-7C09-4CE5-3104-F2448F24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EXAMPLE OF NUMPY USING INDEXING:-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2DF364-3680-0ADC-210F-DF18ECF73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270" y="2204721"/>
            <a:ext cx="8385730" cy="3840480"/>
          </a:xfrm>
        </p:spPr>
      </p:pic>
    </p:spTree>
    <p:extLst>
      <p:ext uri="{BB962C8B-B14F-4D97-AF65-F5344CB8AC3E}">
        <p14:creationId xmlns:p14="http://schemas.microsoft.com/office/powerpoint/2010/main" val="2908262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31211-8BC0-D2E2-4AE7-444C8324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u="sng" dirty="0"/>
              <a:t>EXAMPLE OF NUMPY USING SLICING:-</a:t>
            </a:r>
            <a:endParaRPr lang="en-IN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0A6423-4BEA-FE5A-B8AC-0B5D4CE52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216" y="2065867"/>
            <a:ext cx="8496223" cy="3837093"/>
          </a:xfrm>
        </p:spPr>
      </p:pic>
    </p:spTree>
    <p:extLst>
      <p:ext uri="{BB962C8B-B14F-4D97-AF65-F5344CB8AC3E}">
        <p14:creationId xmlns:p14="http://schemas.microsoft.com/office/powerpoint/2010/main" val="79496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3504-5286-16A1-B4DB-AA5299B7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                </a:t>
            </a:r>
            <a:r>
              <a:rPr lang="en-IN" sz="4800" u="sng" dirty="0"/>
              <a:t>MINI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525B-AF63-9D39-1282-792B42918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TITLE </a:t>
            </a:r>
            <a:r>
              <a:rPr lang="en-IN" sz="2800" dirty="0"/>
              <a:t>:- Random Number Statistics Using NumPy</a:t>
            </a:r>
          </a:p>
          <a:p>
            <a:r>
              <a:rPr lang="en-IN" sz="2800" b="1" dirty="0"/>
              <a:t>OBJECTIVE</a:t>
            </a:r>
            <a:r>
              <a:rPr lang="en-IN" sz="2800" dirty="0"/>
              <a:t> :- Generate random numbers and compute their statistical values.</a:t>
            </a:r>
          </a:p>
          <a:p>
            <a:r>
              <a:rPr lang="en-IN" sz="2800" b="1" dirty="0"/>
              <a:t>LIBRARY USED </a:t>
            </a:r>
            <a:r>
              <a:rPr lang="en-IN" sz="2800" dirty="0"/>
              <a:t>:- NumPy</a:t>
            </a:r>
          </a:p>
          <a:p>
            <a:r>
              <a:rPr lang="en-IN" sz="2800" b="1" dirty="0"/>
              <a:t>INPUT</a:t>
            </a:r>
            <a:r>
              <a:rPr lang="en-IN" sz="2800" dirty="0"/>
              <a:t> :- 50 random integers between 10 and 100</a:t>
            </a:r>
          </a:p>
          <a:p>
            <a:r>
              <a:rPr lang="en-IN" sz="2800" b="1" dirty="0"/>
              <a:t>OUTPUT</a:t>
            </a:r>
            <a:r>
              <a:rPr lang="en-IN" sz="2800" dirty="0"/>
              <a:t> :- Mean, Median, Standard Deviation, Max, Min</a:t>
            </a:r>
          </a:p>
        </p:txBody>
      </p:sp>
    </p:spTree>
    <p:extLst>
      <p:ext uri="{BB962C8B-B14F-4D97-AF65-F5344CB8AC3E}">
        <p14:creationId xmlns:p14="http://schemas.microsoft.com/office/powerpoint/2010/main" val="718283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087CC-213C-E88C-74F6-EC7370B4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5121"/>
            <a:ext cx="10131425" cy="772160"/>
          </a:xfrm>
        </p:spPr>
        <p:txBody>
          <a:bodyPr>
            <a:noAutofit/>
          </a:bodyPr>
          <a:lstStyle/>
          <a:p>
            <a:r>
              <a:rPr lang="en-IN" sz="4800" u="sng" dirty="0"/>
              <a:t>Project code:-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77E0F-5F41-28A5-0224-7B0C6EF84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000" y="1554480"/>
            <a:ext cx="9438640" cy="4978400"/>
          </a:xfrm>
        </p:spPr>
      </p:pic>
    </p:spTree>
    <p:extLst>
      <p:ext uri="{BB962C8B-B14F-4D97-AF65-F5344CB8AC3E}">
        <p14:creationId xmlns:p14="http://schemas.microsoft.com/office/powerpoint/2010/main" val="841801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1F79-2012-C0F0-CF82-016974D0E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74320"/>
            <a:ext cx="10131425" cy="1137921"/>
          </a:xfrm>
        </p:spPr>
        <p:txBody>
          <a:bodyPr>
            <a:normAutofit/>
          </a:bodyPr>
          <a:lstStyle/>
          <a:p>
            <a:r>
              <a:rPr lang="en-IN" sz="4800" u="sng" dirty="0"/>
              <a:t>Project output:-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D66B81-1FDF-4826-4DC4-C16B2EEB3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040" y="1595120"/>
            <a:ext cx="9608185" cy="4592320"/>
          </a:xfrm>
        </p:spPr>
      </p:pic>
    </p:spTree>
    <p:extLst>
      <p:ext uri="{BB962C8B-B14F-4D97-AF65-F5344CB8AC3E}">
        <p14:creationId xmlns:p14="http://schemas.microsoft.com/office/powerpoint/2010/main" val="543367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4482-D5C0-F513-518C-E42AB43C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1" y="152400"/>
            <a:ext cx="10131425" cy="6634479"/>
          </a:xfrm>
        </p:spPr>
        <p:txBody>
          <a:bodyPr>
            <a:normAutofit fontScale="92500" lnSpcReduction="20000"/>
          </a:bodyPr>
          <a:lstStyle/>
          <a:p>
            <a:r>
              <a:rPr lang="en-IN" sz="3600" dirty="0"/>
              <a:t>GITHUB PYTHON MINI PROJECT REPOSITORY LINK :-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200" u="sng" dirty="0">
                <a:hlinkClick r:id="rId2"/>
              </a:rPr>
              <a:t>GitHub Repo</a:t>
            </a:r>
            <a:endParaRPr lang="en-IN" sz="2200" u="sng" dirty="0"/>
          </a:p>
          <a:p>
            <a:pPr marL="0" indent="0">
              <a:buNone/>
            </a:pPr>
            <a:r>
              <a:rPr lang="en-IN" sz="2200" dirty="0"/>
              <a:t>       </a:t>
            </a:r>
            <a:r>
              <a:rPr lang="en-IN" sz="2200" dirty="0">
                <a:hlinkClick r:id="rId2"/>
              </a:rPr>
              <a:t>https://github.com/DISHAGIT-HUB/python-mini-project-numpy.git</a:t>
            </a:r>
            <a:endParaRPr lang="en-IN" sz="22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sz="3600" dirty="0"/>
              <a:t>RESOURCES :-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u="sng" dirty="0">
                <a:latin typeface="-apple-system"/>
              </a:rPr>
              <a:t>Learn NumPy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2200" b="0" i="0" strike="noStrike" cap="none" normalizeH="0" baseline="0" dirty="0">
                <a:ln>
                  <a:noFill/>
                </a:ln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NumPy Documentation and Getting Started</a:t>
            </a:r>
            <a:endParaRPr lang="en-US" altLang="en-US" sz="2200" dirty="0">
              <a:latin typeface="-apple-system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2200" b="0" i="0" strike="noStrike" cap="none" normalizeH="0" baseline="0" dirty="0">
                <a:ln>
                  <a:noFill/>
                </a:ln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Cheat Sheet: NumPy Basics by </a:t>
            </a:r>
            <a:r>
              <a:rPr kumimoji="0" lang="en-US" altLang="en-US" sz="2200" b="0" i="0" strike="noStrike" cap="none" normalizeH="0" baseline="0" dirty="0" err="1">
                <a:ln>
                  <a:noFill/>
                </a:ln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Datacamp</a:t>
            </a:r>
            <a:endParaRPr kumimoji="0" lang="en-US" altLang="en-US" sz="2200" b="0" i="0" strike="noStrike" cap="none" normalizeH="0" baseline="0" dirty="0">
              <a:ln>
                <a:noFill/>
              </a:ln>
              <a:effectLst/>
              <a:latin typeface="-apple-system"/>
            </a:endParaRPr>
          </a:p>
          <a:p>
            <a:pPr marL="0" indent="0">
              <a:buNone/>
            </a:pPr>
            <a:endParaRPr kumimoji="0" lang="en-US" altLang="en-US" sz="1800" b="0" i="0" strike="noStrike" cap="none" normalizeH="0" baseline="0" dirty="0">
              <a:ln>
                <a:noFill/>
              </a:ln>
              <a:effectLst/>
              <a:latin typeface="-apple-system"/>
            </a:endParaRPr>
          </a:p>
          <a:p>
            <a:pPr marL="0" indent="0">
              <a:buNone/>
            </a:pPr>
            <a:endParaRPr lang="en-US" altLang="en-US" dirty="0">
              <a:latin typeface="-apple-system"/>
            </a:endParaRPr>
          </a:p>
          <a:p>
            <a:r>
              <a:rPr kumimoji="0" lang="en-US" altLang="en-US" sz="3900" b="0" i="0" strike="noStrike" cap="none" normalizeH="0" baseline="0" dirty="0">
                <a:ln>
                  <a:noFill/>
                </a:ln>
                <a:effectLst/>
                <a:latin typeface="-apple-system"/>
              </a:rPr>
              <a:t>Conclusion :-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-apple-system"/>
              </a:rPr>
              <a:t>“this project helped me to understand how NumPy handles the random data and statistical operations efficiently.”     </a:t>
            </a:r>
            <a:endParaRPr kumimoji="0" lang="en-US" altLang="en-US" sz="2200" b="0" i="0" strike="noStrike" cap="none" normalizeH="0" baseline="0" dirty="0">
              <a:ln>
                <a:noFill/>
              </a:ln>
              <a:effectLst/>
              <a:latin typeface="-apple-system"/>
            </a:endParaRPr>
          </a:p>
          <a:p>
            <a:pPr marL="0" indent="0">
              <a:buNone/>
            </a:pPr>
            <a:endParaRPr kumimoji="0" lang="en-US" altLang="en-US" sz="1800" b="0" i="0" strike="noStrike" cap="none" normalizeH="0" baseline="0" dirty="0">
              <a:ln>
                <a:noFill/>
              </a:ln>
              <a:effectLst/>
              <a:latin typeface="-apple-system"/>
            </a:endParaRPr>
          </a:p>
          <a:p>
            <a:pPr marL="0" indent="0">
              <a:buNone/>
            </a:pPr>
            <a:endParaRPr kumimoji="0" lang="en-US" altLang="en-US" sz="1800" b="0" i="0" strike="noStrike" cap="none" normalizeH="0" baseline="0" dirty="0">
              <a:ln>
                <a:noFill/>
              </a:ln>
              <a:effectLst/>
              <a:latin typeface="-apple-system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A1F24"/>
                </a:solidFill>
                <a:effectLst/>
                <a:latin typeface="-apple-system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A1F24"/>
                </a:solidFill>
                <a:effectLst/>
                <a:latin typeface="-apple-system"/>
              </a:rPr>
              <a:t>     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AutoShape 2" descr="Matplotlib Python library">
            <a:extLst>
              <a:ext uri="{FF2B5EF4-FFF2-40B4-BE49-F238E27FC236}">
                <a16:creationId xmlns:a16="http://schemas.microsoft.com/office/drawing/2014/main" id="{98833759-9D0F-82AB-BE5B-7C07418255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119063" y="239713"/>
            <a:ext cx="30480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4" descr="Matplotlib Python library">
            <a:extLst>
              <a:ext uri="{FF2B5EF4-FFF2-40B4-BE49-F238E27FC236}">
                <a16:creationId xmlns:a16="http://schemas.microsoft.com/office/drawing/2014/main" id="{6C9EA233-EA38-7132-3895-7084CD3BEF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37" y="392113"/>
            <a:ext cx="30480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135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7113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579121"/>
            <a:ext cx="7197726" cy="3322319"/>
          </a:xfrm>
        </p:spPr>
        <p:txBody>
          <a:bodyPr>
            <a:normAutofit/>
          </a:bodyPr>
          <a:lstStyle/>
          <a:p>
            <a:r>
              <a:rPr lang="en-US" sz="6600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3901440"/>
            <a:ext cx="7197726" cy="24993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Name:- </a:t>
            </a:r>
            <a:r>
              <a:rPr lang="en-US" b="1" u="sng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disha</a:t>
            </a:r>
            <a:r>
              <a:rPr lang="en-US" b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santoshkumar</a:t>
            </a:r>
            <a:r>
              <a:rPr lang="en-US" b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shah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Enrollment no.:- 2302030430147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Roll no.:- 68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batch:-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b.tech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[4ce-a/a2]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Directed by,</a:t>
            </a:r>
          </a:p>
          <a:p>
            <a:r>
              <a:rPr lang="en-US" b="1" u="sng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Prof.monika</a:t>
            </a:r>
            <a:r>
              <a:rPr lang="en-US" b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chauhan</a:t>
            </a:r>
            <a:endParaRPr lang="en-US" b="1" u="sng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137</TotalTime>
  <Words>441</Words>
  <Application>Microsoft Office PowerPoint</Application>
  <PresentationFormat>Widescreen</PresentationFormat>
  <Paragraphs>90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-apple-system</vt:lpstr>
      <vt:lpstr>Arial</vt:lpstr>
      <vt:lpstr>Calibri</vt:lpstr>
      <vt:lpstr>Calibri Light</vt:lpstr>
      <vt:lpstr>Nunito Sans</vt:lpstr>
      <vt:lpstr>Wingdings</vt:lpstr>
      <vt:lpstr>Celestial</vt:lpstr>
      <vt:lpstr>Numpy                   advanced library in python</vt:lpstr>
      <vt:lpstr>                                           index</vt:lpstr>
      <vt:lpstr>         ADVANCED LIBRARIES IN PYTHON</vt:lpstr>
      <vt:lpstr>WHAT IS Numpy library in python?</vt:lpstr>
      <vt:lpstr>Why NumPy library is used? </vt:lpstr>
      <vt:lpstr>Features of NumPy library </vt:lpstr>
      <vt:lpstr>                                numpy</vt:lpstr>
      <vt:lpstr>Use cases in real world</vt:lpstr>
      <vt:lpstr>EXAMPLE OF NUMPY USING INDEXING:-</vt:lpstr>
      <vt:lpstr>EXAMPLE OF NUMPY USING SLICING:-</vt:lpstr>
      <vt:lpstr>                MINI PROJECT OVERVIEW</vt:lpstr>
      <vt:lpstr>Project code:-</vt:lpstr>
      <vt:lpstr>Project output:-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 SHAH</dc:creator>
  <cp:lastModifiedBy>DISHA SHAH</cp:lastModifiedBy>
  <cp:revision>1</cp:revision>
  <dcterms:created xsi:type="dcterms:W3CDTF">2025-04-14T08:06:00Z</dcterms:created>
  <dcterms:modified xsi:type="dcterms:W3CDTF">2025-04-14T11:46:27Z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